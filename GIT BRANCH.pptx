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1" autoAdjust="0"/>
    <p:restoredTop sz="94660"/>
  </p:normalViewPr>
  <p:slideViewPr>
    <p:cSldViewPr snapToGrid="0">
      <p:cViewPr varScale="1">
        <p:scale>
          <a:sx n="91" d="100"/>
          <a:sy n="91" d="100"/>
        </p:scale>
        <p:origin x="1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866D-301F-4FED-BDCE-627DD3C3D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dirty="0">
                <a:solidFill>
                  <a:srgbClr val="C00000"/>
                </a:solidFill>
                <a:latin typeface="Algerian" panose="04020705040A02060702" pitchFamily="82" charset="0"/>
              </a:rPr>
              <a:t>GIT BRANCH</a:t>
            </a:r>
            <a:endParaRPr lang="en-IN" sz="8800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D27D5-B7E0-4BC3-80E2-D691E4D48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70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271D15-10E2-449C-80DA-A5038454B8B7}"/>
              </a:ext>
            </a:extLst>
          </p:cNvPr>
          <p:cNvSpPr txBox="1"/>
          <p:nvPr/>
        </p:nvSpPr>
        <p:spPr>
          <a:xfrm>
            <a:off x="1226889" y="884525"/>
            <a:ext cx="965363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The git branch command creates, lists and deletes branches. It doesn’t allow switching between branches or putting a forked history back together again. Thus, git branch is integrated with the git checkout and git merge commands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91BBF6-52A5-4092-8136-205FEF9CD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199" y="3688009"/>
            <a:ext cx="5296949" cy="228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69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C35C3F-D18C-4B41-9579-D9B7EC222D34}"/>
              </a:ext>
            </a:extLst>
          </p:cNvPr>
          <p:cNvSpPr txBox="1"/>
          <p:nvPr/>
        </p:nvSpPr>
        <p:spPr>
          <a:xfrm>
            <a:off x="1721840" y="590261"/>
            <a:ext cx="93851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400" dirty="0">
                <a:latin typeface="Algerian" panose="04020705040A02060702" pitchFamily="82" charset="0"/>
              </a:rPr>
              <a:t>git branch	Lists all of the branches in the repository (the same as git branch --list).</a:t>
            </a:r>
          </a:p>
          <a:p>
            <a:r>
              <a:rPr lang="en-US" sz="2400" dirty="0">
                <a:latin typeface="Algerian" panose="04020705040A02060702" pitchFamily="82" charset="0"/>
              </a:rPr>
              <a:t>git branch &lt;branch&gt;	Creates a new branch called &lt;branch&gt; but does not checks out the new branch.</a:t>
            </a:r>
          </a:p>
          <a:p>
            <a:r>
              <a:rPr lang="en-US" sz="2400" dirty="0">
                <a:latin typeface="Algerian" panose="04020705040A02060702" pitchFamily="82" charset="0"/>
              </a:rPr>
              <a:t>git branch -d &lt;branch&gt;	Deletes a branch. If there are unmerged changes, Git does not allow you to delete it.</a:t>
            </a:r>
          </a:p>
          <a:p>
            <a:r>
              <a:rPr lang="en-US" sz="2400" dirty="0">
                <a:latin typeface="Algerian" panose="04020705040A02060702" pitchFamily="82" charset="0"/>
              </a:rPr>
              <a:t>git branch -D &lt;branch&gt;	Forces delete the branch, even if there are unmerged changes. Execute this command when you are sure to delete it permanently.</a:t>
            </a:r>
          </a:p>
          <a:p>
            <a:r>
              <a:rPr lang="en-US" sz="2400" dirty="0">
                <a:latin typeface="Algerian" panose="04020705040A02060702" pitchFamily="82" charset="0"/>
              </a:rPr>
              <a:t>git branch -m &lt;branch&gt;	Moves or renames the current branch to &lt;branch&gt;.</a:t>
            </a:r>
          </a:p>
          <a:p>
            <a:r>
              <a:rPr lang="en-US" sz="2400" dirty="0">
                <a:latin typeface="Algerian" panose="04020705040A02060702" pitchFamily="82" charset="0"/>
              </a:rPr>
              <a:t>git branch -a	Lists all the remote branches.</a:t>
            </a:r>
          </a:p>
        </p:txBody>
      </p:sp>
    </p:spTree>
    <p:extLst>
      <p:ext uri="{BB962C8B-B14F-4D97-AF65-F5344CB8AC3E}">
        <p14:creationId xmlns:p14="http://schemas.microsoft.com/office/powerpoint/2010/main" val="3259153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80B116-A280-4805-BA20-8692A1C0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090" y="575824"/>
            <a:ext cx="7693819" cy="570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69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F9176C-7D86-4D12-8F43-5AFAB4DD2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835" y="453006"/>
            <a:ext cx="7852329" cy="564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39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47E3FD-B845-4ADB-BF9C-5DAA91DEE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768" y="931178"/>
            <a:ext cx="8492464" cy="521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8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7F800-24A9-432D-B7EC-F11B8EB5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36" y="2371816"/>
            <a:ext cx="10364451" cy="1596177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C00000"/>
                </a:solidFill>
                <a:latin typeface="Algerian" panose="04020705040A02060702" pitchFamily="82" charset="0"/>
              </a:rPr>
              <a:t>THANKYOU</a:t>
            </a:r>
            <a:endParaRPr lang="en-IN" sz="6600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1010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7</TotalTime>
  <Words>175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Algerian</vt:lpstr>
      <vt:lpstr>Arial</vt:lpstr>
      <vt:lpstr>Tw Cen MT</vt:lpstr>
      <vt:lpstr>Droplet</vt:lpstr>
      <vt:lpstr>GIT BRANCH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BRANCH</dc:title>
  <dc:creator>lakshmipradeep0604@gmail.com</dc:creator>
  <cp:lastModifiedBy>lakshmipradeep0604@gmail.com</cp:lastModifiedBy>
  <cp:revision>1</cp:revision>
  <dcterms:created xsi:type="dcterms:W3CDTF">2021-07-19T05:26:42Z</dcterms:created>
  <dcterms:modified xsi:type="dcterms:W3CDTF">2021-07-19T05:33:43Z</dcterms:modified>
</cp:coreProperties>
</file>